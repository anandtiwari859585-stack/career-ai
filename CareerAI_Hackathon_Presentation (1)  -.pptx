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134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76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elixcareerai.netlify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andtiwari859585-stack/career-ai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elixcareerai.netlify.ap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andtiwari859585-stack/career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6C4F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6C4FF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663440"/>
            <a:ext cx="2194560" cy="2194560"/>
          </a:xfrm>
          <a:prstGeom prst="ellipse">
            <a:avLst/>
          </a:prstGeom>
          <a:solidFill>
            <a:srgbClr val="FFC857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Career Guidance Platform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31750">
            <a:solidFill>
              <a:srgbClr val="6C4F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9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SkillUp Hackathon in collaboration with IBM SkillsBuild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AI Track  ·  Problem Statement: AI Career Copilot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helixcareerai.netlify.app   |   github.com/anandtiwari859585-stack/career-ai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need an AI career copilot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confusion is the norm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struggle to identify the right career path or understand what their dream job actually requires.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go unnoticed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603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feedback, students don't know which skills to build next — or in what order.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doesn't scale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counselling can't personalize for individual strengths, interests, and pace.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370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fades fast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83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planning tools are dry and static, so students disengage before they see real progress.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turns career confusion into a clear, guided journey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A14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career copilot that assesses your traits, analyzes your fit with Gemini AI, and turns the result into a personalized, gamified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200400"/>
            <a:ext cx="822960" cy="82296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5166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smart quiz reads traits, preferences, and existing skills.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95928" y="40690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4FF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28803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46420" y="3200400"/>
            <a:ext cx="822960" cy="82296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206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6177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turns quiz data into strengths, gaps, and a matched career path.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90688" y="40690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4FF6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38160" y="28803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41180" y="3200400"/>
            <a:ext cx="822960" cy="82296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4118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206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6177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phase-based roadmap, salary insights, and exam finder turn insight into action.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needs, in one guided dashboard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96312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Quiz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71800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assessment of traits, preferences &amp; skills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8708" y="1691640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9876" y="1892808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9876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79876" y="2496312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Analysis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79876" y="2971800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strengths, gaps &amp; career summaries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691640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892808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496312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Roadmap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971800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milestones for your matched career path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38844" y="1691640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0012" y="1892808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0012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40012" y="2496312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Insights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40012" y="2971800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mid / senior pay data for India &amp; USA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74236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375404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375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978908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&amp; Badges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454396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rewards for completing assessments &amp; milestones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78708" y="4174236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79876" y="4375404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79876" y="4375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79876" y="4978908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Leaderboard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79876" y="5454396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with other students, ranked by XP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08776" y="4174236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9944" y="4375404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9944" y="4375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4978908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Exam Finder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5454396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exams, certifications &amp; entrance tests for any role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38844" y="4174236"/>
            <a:ext cx="2574036" cy="2226564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40012" y="4375404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40012" y="4375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240012" y="4978908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40012" y="5454396"/>
            <a:ext cx="21717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passwordless one-click sign-in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sign-in to career clarity in six simple steps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080260"/>
          </a:xfrm>
          <a:prstGeom prst="roundRect">
            <a:avLst>
              <a:gd name="adj" fmla="val 4396"/>
            </a:avLst>
          </a:prstGeom>
          <a:solidFill>
            <a:srgbClr val="241A5C"/>
          </a:solidFill>
          <a:ln w="12700">
            <a:solidFill>
              <a:srgbClr val="241A5C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50317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5031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963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Passwordless, one-click access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41648" y="259461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F6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74720" cy="2080260"/>
          </a:xfrm>
          <a:prstGeom prst="roundRect">
            <a:avLst>
              <a:gd name="adj" fmla="val 4396"/>
            </a:avLst>
          </a:prstGeom>
          <a:solidFill>
            <a:srgbClr val="241A5C"/>
          </a:solidFill>
          <a:ln w="12700">
            <a:solidFill>
              <a:srgbClr val="241A5C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50317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5031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Smart Quiz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4963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trait &amp; preference questions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259461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F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474720" cy="2080260"/>
          </a:xfrm>
          <a:prstGeom prst="roundRect">
            <a:avLst>
              <a:gd name="adj" fmla="val 4396"/>
            </a:avLst>
          </a:prstGeom>
          <a:solidFill>
            <a:srgbClr val="241A5C"/>
          </a:solidFill>
          <a:ln w="12700">
            <a:solidFill>
              <a:srgbClr val="241A5C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50317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4192" y="25031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Career Analysis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4963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matches your career path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83380"/>
            <a:ext cx="3474720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90347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49034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3845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Roadmap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8966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milestones to hit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499491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F6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43400" y="4183380"/>
            <a:ext cx="3474720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90347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99432" y="49034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3845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XP &amp; Badges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48966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becomes a game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36408" y="499491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F6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138160" y="4183380"/>
            <a:ext cx="3474720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94192" y="490347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94192" y="49034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189720" y="43845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Leaderboard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8966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with peers, stay motivated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serverless full-stack build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105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069080" y="1828800"/>
            <a:ext cx="0" cy="54864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81051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Router), TypeScript, Tailwind CSS, GSAP animations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7706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069080" y="2788920"/>
            <a:ext cx="0" cy="54864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277063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— serverless functions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069080" y="3749040"/>
            <a:ext cx="0" cy="54864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373075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Row-Level Security + Views + Triggers)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6908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069080" y="4709160"/>
            <a:ext cx="0" cy="54864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469087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with Google OAuth — passwordless sign-in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669280"/>
            <a:ext cx="548640" cy="54864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6509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069080" y="5669280"/>
            <a:ext cx="0" cy="54864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97680" y="565099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(gemini-3.8-flash) for analysis &amp; recommendations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quiz answer becomes a personalized career roadmap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27448" y="16916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443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27448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(Browser)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99048" y="2468880"/>
            <a:ext cx="0" cy="457200"/>
          </a:xfrm>
          <a:prstGeom prst="line">
            <a:avLst/>
          </a:prstGeom>
          <a:noFill/>
          <a:ln w="25400">
            <a:solidFill>
              <a:srgbClr val="6C4F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55848" y="292608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290320000" dist="483870000" algn="bl" rotWithShape="0">
              <a:srgbClr val="1A1443">
                <a:alpha val="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38728" y="2926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(App Router)  +  API Routes (serverless)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3794760"/>
            <a:ext cx="0" cy="502920"/>
          </a:xfrm>
          <a:prstGeom prst="line">
            <a:avLst/>
          </a:prstGeom>
          <a:noFill/>
          <a:ln w="25400">
            <a:solidFill>
              <a:srgbClr val="6C4F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36" y="3794760"/>
            <a:ext cx="1463040" cy="502920"/>
          </a:xfrm>
          <a:prstGeom prst="line">
            <a:avLst/>
          </a:prstGeom>
          <a:noFill/>
          <a:ln w="25400">
            <a:solidFill>
              <a:srgbClr val="6C4F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2976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EDE9FF"/>
          </a:solidFill>
          <a:ln w="12700">
            <a:solidFill>
              <a:srgbClr val="E4DEFB"/>
            </a:solidFill>
            <a:prstDash val="solid"/>
          </a:ln>
          <a:effectLst>
            <a:outerShdw algn="bl" rotWithShape="0">
              <a:srgbClr val="1A1443">
                <a:alpha val="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34440" y="4480560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46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(Google OAuth) + PostgreSQL + RLS policies + triggers for XP/leaderboard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85432" y="42976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FF6E0"/>
          </a:solidFill>
          <a:ln w="12700">
            <a:solidFill>
              <a:srgbClr val="E4DEFB"/>
            </a:solidFill>
            <a:prstDash val="solid"/>
          </a:ln>
          <a:effectLst>
            <a:outerShdw algn="bl" rotWithShape="0">
              <a:srgbClr val="1A1443">
                <a:alpha val="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14032" y="448056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14032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54112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4846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gemini-3.8-flash generates career analysis, roadmap content &amp; exam matches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Netlify  ·  Serverless end-to-end  ·  No dedicated backend server to manage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build problems, and how the team fixed them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02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562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ran out of credits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500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OpenAI GPT-4o-mini first — credits were exhausted mid-development.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0" cy="114300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080260"/>
            <a:ext cx="640080" cy="64008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56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945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fully to Google Gemini API: free tier, 1,500 requests/day, no card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804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680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456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 took 8-12 seconds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950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Exam Finder prompt asked for "all" exams and waited for the full response.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3429000"/>
            <a:ext cx="0" cy="114300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680460"/>
            <a:ext cx="640080" cy="64008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680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456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794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top 8 results, streamed the response, capped tokens — cut latency to ~3s.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2806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50566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model names kept 404-ing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55504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deprecated model versions mid-build, breaking hard-coded model names.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5029200"/>
            <a:ext cx="0" cy="1143000"/>
          </a:xfrm>
          <a:prstGeom prst="line">
            <a:avLst/>
          </a:prstGeom>
          <a:noFill/>
          <a:ln w="12700">
            <a:solidFill>
              <a:srgbClr val="E4DE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5280660"/>
            <a:ext cx="640080" cy="64008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5056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394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small utility that queries Gemini's live models list to auto-pick the latest one.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the Brief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Career Copilot" — Student AI Track, IBM Bob problem statement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E9F9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349240" cy="182880"/>
          </a:xfrm>
          <a:prstGeom prst="rect">
            <a:avLst/>
          </a:prstGeom>
          <a:solidFill>
            <a:srgbClr val="E9F9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 Today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4871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career path suggestions from a smart quiz (Gemini analysis)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1729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phase-based roadmap for the matched path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8587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Job-readiness support via the AI Job Exam Finder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5445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salary insights (entry / mid / senior, India &amp; USA)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34924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2303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loop: XP, badges &amp; a global leaderboard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9164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FF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148840"/>
            <a:ext cx="5349240" cy="182880"/>
          </a:xfrm>
          <a:prstGeom prst="rect">
            <a:avLst/>
          </a:prstGeom>
          <a:solidFill>
            <a:srgbClr val="FFF6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16916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Coming Next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537960" y="2606040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4871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GitHub upload for direct skill-gap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291840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12280" y="31729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interviews with real-time feedback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3977640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38587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SkillsBuild course recommendations per skill gap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4663440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45445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 readiness score" summarizing all signals in one number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6C4FF6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real, deployed product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498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498080" cy="365760"/>
          </a:xfrm>
          <a:prstGeom prst="roundRect">
            <a:avLst>
              <a:gd name="adj" fmla="val 20000"/>
            </a:avLst>
          </a:prstGeom>
          <a:solidFill>
            <a:srgbClr val="EDEB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7498080" cy="182880"/>
          </a:xfrm>
          <a:prstGeom prst="rect">
            <a:avLst/>
          </a:prstGeom>
          <a:solidFill>
            <a:srgbClr val="EDEBF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81051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810512"/>
            <a:ext cx="118872" cy="11887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810512"/>
            <a:ext cx="118872" cy="118872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helixcareerai.netlify.app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0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Your Perfect Career Path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DE9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4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41605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DE9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4612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4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Tracked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41605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DE9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2356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4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169164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241A5C"/>
          </a:solidFill>
          <a:ln w="12700">
            <a:solidFill>
              <a:srgbClr val="6C4F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19202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2514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350" dirty="0"/>
          </a:p>
        </p:txBody>
      </p:sp>
      <p:sp>
        <p:nvSpPr>
          <p:cNvPr id="28" name="Text 26">
            <a:hlinkClick r:id="rId3"/>
          </p:cNvPr>
          <p:cNvSpPr txBox="1"/>
          <p:nvPr/>
        </p:nvSpPr>
        <p:spPr>
          <a:xfrm>
            <a:off x="8595360" y="28163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CFC8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helixcareerai.netlify.app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329184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241A5C"/>
          </a:solidFill>
          <a:ln w="12700">
            <a:solidFill>
              <a:srgbClr val="6C4F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3520440"/>
            <a:ext cx="502920" cy="50292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953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4114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50" dirty="0"/>
          </a:p>
        </p:txBody>
      </p:sp>
      <p:sp>
        <p:nvSpPr>
          <p:cNvPr id="33" name="Text 31">
            <a:hlinkClick r:id="rId4"/>
          </p:cNvPr>
          <p:cNvSpPr txBox="1"/>
          <p:nvPr/>
        </p:nvSpPr>
        <p:spPr>
          <a:xfrm>
            <a:off x="8595360" y="44165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CFC8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github.com/anandtiwari859585-stack/career-ai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beyond the hackathon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1388"/>
            <a:ext cx="512064" cy="512064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13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9280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production build to Vercel alongside Netlify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61388"/>
            <a:ext cx="512064" cy="512064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9613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89280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email/password sign-in option alongside Google OAuth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058668"/>
            <a:ext cx="512064" cy="512064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0586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9008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generated from the student's matched career path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058668"/>
            <a:ext cx="512064" cy="512064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0586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99008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 feature with real-time feedback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55948"/>
            <a:ext cx="512064" cy="512064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1559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08736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 space for each career path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155948"/>
            <a:ext cx="512064" cy="512064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1559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8736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(React Native)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HELIX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CareerAI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084832"/>
            <a:ext cx="914400" cy="91440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2084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Pradhiumn Sisodia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2084832"/>
            <a:ext cx="914400" cy="9144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23560" y="2084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Pandey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18320" y="2084832"/>
            <a:ext cx="914400" cy="91440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0" y="2084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Tiwari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0" y="4142232"/>
            <a:ext cx="914400" cy="9144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28800" y="4142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166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Awasthi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EFB"/>
            </a:solidFill>
            <a:prstDash val="solid"/>
          </a:ln>
          <a:effectLst>
            <a:outerShdw blurRad="101600" dist="38100" dir="5400000" algn="bl" rotWithShape="0">
              <a:srgbClr val="1A144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4142232"/>
            <a:ext cx="914400" cy="91440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23560" y="4142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166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Shresth Singh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for the SkillUp Hackathon in collaboration with IBM SkillsBuild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|  SkillUp Hackathon x IBM SkillsBuild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6C4F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FFC857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280160"/>
            <a:ext cx="914400" cy="914400"/>
          </a:xfrm>
          <a:prstGeom prst="ellipse">
            <a:avLst/>
          </a:prstGeom>
          <a:solidFill>
            <a:srgbClr val="6C4F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38648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HELIX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— turning career confusion into career clarity, one quiz at a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24248" y="4297680"/>
            <a:ext cx="2743200" cy="0"/>
          </a:xfrm>
          <a:prstGeom prst="line">
            <a:avLst/>
          </a:prstGeom>
          <a:noFill/>
          <a:ln w="25400">
            <a:solidFill>
              <a:srgbClr val="6C4FF6"/>
            </a:solidFill>
            <a:prstDash val="solid"/>
          </a:ln>
        </p:spPr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 helixcareerai.netlify.app</a:t>
            </a:r>
            <a:endParaRPr lang="en-US" sz="1300" dirty="0"/>
          </a:p>
        </p:txBody>
      </p:sp>
      <p:sp>
        <p:nvSpPr>
          <p:cNvPr id="11" name="Text 9">
            <a:hlinkClick r:id="rId4"/>
          </p:cNvPr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Code:  github.com/anandtiwari859585-stack/career-ai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SkillUp Hackathon in collaboration with IBM SkillsBuild  ·  Student AI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</Words>
  <Application>Microsoft Office PowerPoint</Application>
  <PresentationFormat>Widescreen</PresentationFormat>
  <Paragraphs>233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 Tiwari</cp:lastModifiedBy>
  <cp:revision>2</cp:revision>
  <dcterms:created xsi:type="dcterms:W3CDTF">2026-09-08T19:18:41Z</dcterms:created>
  <dcterms:modified xsi:type="dcterms:W3CDTF">2026-09-08T19:20:57Z</dcterms:modified>
</cp:coreProperties>
</file>